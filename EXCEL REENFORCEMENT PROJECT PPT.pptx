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9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877" y="484187"/>
            <a:ext cx="7772400" cy="147002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Dataset Analysis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(Advanced Excel Project)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59822"/>
            <a:ext cx="6400800" cy="175260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Arunkumar A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 &amp; Data Science</a:t>
            </a:r>
          </a:p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Batch: August 2025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sales data to generate actionable business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sales trends and growth opportunities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top-performing products and categories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Study impact of discounts and returns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Suggest data-driven performance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Superstore Sales Dataset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9,994 rows and 21 columns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Includes order, customer, product, sales, discount &amp; profit details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for structured and time-based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Removed duplicates and blank records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Handled missing and inconsistent values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Corrected negative values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Standardized column names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Applied proper date formatting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3C229-0B97-F792-CECA-7AEFF7AAE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32" y="3615607"/>
            <a:ext cx="4053868" cy="2214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9367F-6D3D-B5BF-21D7-A95A309B4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713" y="3615607"/>
            <a:ext cx="3939555" cy="22149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DA28E8-39EC-8E9B-868B-138EADEC7CBE}"/>
              </a:ext>
            </a:extLst>
          </p:cNvPr>
          <p:cNvSpPr/>
          <p:nvPr/>
        </p:nvSpPr>
        <p:spPr>
          <a:xfrm>
            <a:off x="1283677" y="5899638"/>
            <a:ext cx="1626577" cy="2265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en-US" dirty="0"/>
              <a:t> DATA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711591-548B-D6B8-0BD5-474C55580C1E}"/>
              </a:ext>
            </a:extLst>
          </p:cNvPr>
          <p:cNvSpPr/>
          <p:nvPr/>
        </p:nvSpPr>
        <p:spPr>
          <a:xfrm>
            <a:off x="5943600" y="5899638"/>
            <a:ext cx="1767254" cy="2265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</a:t>
            </a:r>
            <a:r>
              <a:rPr lang="en-US" sz="1600" dirty="0"/>
              <a:t> DATA</a:t>
            </a:r>
            <a:endParaRPr lang="en-I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Calculated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Revenue = SUM(Adjusted Sales)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Orders Count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Sales Value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Discount Value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Orders &amp; Discounts using COUNTIF / AVERAGEIF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D5477-6A22-1D57-3657-BA4AC0889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77" y="3695663"/>
            <a:ext cx="3980934" cy="981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377BA7-A3CD-64A9-92BE-339CEFF71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560" y="3759828"/>
            <a:ext cx="2248095" cy="853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Tables – 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Multi-dimensional sales analysis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Grouping by product, channel &amp; time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Filtering for focused insights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Identification of key revenue drivers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D64C0-8CBB-C72B-7417-54A150F0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41" y="3429000"/>
            <a:ext cx="5901206" cy="3013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378"/>
            <a:ext cx="8229600" cy="4956786"/>
          </a:xfrm>
        </p:spPr>
        <p:txBody>
          <a:bodyPr/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using Excel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 KPIs and charts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Dynamic filtering using slicers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Quick business performance snapshot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DDF9A1-DBC6-D003-6677-5AFCF84A3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2881098"/>
            <a:ext cx="4915283" cy="3798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 Seek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Scenerio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Manager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9ED408-69CB-34A5-91C9-D30CAA8C4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36509"/>
            <a:ext cx="8229600" cy="2505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 discount strategies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Promote slow-moving Furniture category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Focus on high-demand tech products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customer loyalty programs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dirty="0"/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supports strategic decision-making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Focus on pricing, delivery &amp; customer loyalty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Next Steps: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Sales Forecasting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Product Bundling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Regional Analysis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Discount Impact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275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Sales Dataset Analysis (Advanced Excel Project)</vt:lpstr>
      <vt:lpstr>Project Objectives &amp; Goals</vt:lpstr>
      <vt:lpstr>Dataset Overview</vt:lpstr>
      <vt:lpstr>Data Cleaning &amp; Preparation</vt:lpstr>
      <vt:lpstr>Key Metrics Calculated</vt:lpstr>
      <vt:lpstr>Pivot Tables – Analysis Approach</vt:lpstr>
      <vt:lpstr>Dashboard Overview</vt:lpstr>
      <vt:lpstr> Goal Seek &amp; Scenerio Manager</vt:lpstr>
      <vt:lpstr>Business Recommendations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Arunkumar A</cp:lastModifiedBy>
  <cp:revision>2</cp:revision>
  <dcterms:created xsi:type="dcterms:W3CDTF">2013-01-27T09:14:16Z</dcterms:created>
  <dcterms:modified xsi:type="dcterms:W3CDTF">2026-01-16T06:34:18Z</dcterms:modified>
  <cp:category/>
</cp:coreProperties>
</file>